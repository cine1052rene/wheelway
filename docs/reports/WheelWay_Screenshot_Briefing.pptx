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WheelWay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교통약자를 위한 지하철 접근성 안내 앱 — 화면 브리핑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EE6"/>
                </a:solidFill>
                <a:latin typeface="맑은 고딕"/>
              </a:rPr>
              <a:t>실기기(갤럭시) 검증 스크린샷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400"/>
                </a:solidFill>
                <a:latin typeface="맑은 고딕"/>
              </a:rPr>
              <a:t>01 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2A"/>
                </a:solidFill>
                <a:latin typeface="맑은 고딕"/>
              </a:rPr>
              <a:t>지름길 찾기 — 첫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377440" cy="457200"/>
          </a:xfrm>
          <a:prstGeom prst="round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이동수단 3종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3093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앱을 열면 바로 뜨는 기본 화면으로, 출발역과 도착역만 고르면 된다.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보행자 / 수동 휠체어 / 전동 휠체어 3가지 이동 수단 모드를 상단에서 바로 전환할 수 있다.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복잡한 메뉴 없이 첫 화면에서 바로 목적을 시작하도록 설계했다.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630936"/>
            <a:ext cx="2753433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85800"/>
            <a:ext cx="2643706" cy="5669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400"/>
                </a:solidFill>
                <a:latin typeface="맑은 고딕"/>
              </a:rPr>
              <a:t>02  노선도 · 입력 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2A"/>
                </a:solidFill>
                <a:latin typeface="맑은 고딕"/>
              </a:rPr>
              <a:t>노선도에서 역을 고르기 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377440" cy="457200"/>
          </a:xfrm>
          <a:prstGeom prst="roundRect">
            <a:avLst/>
          </a:prstGeom>
          <a:solidFill>
            <a:srgbClr val="B4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역 선택 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3093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네이버지도 스타일의 세로형 노선도로, 호선별 색상과 환승역 표시를 한눈에 볼 수 있다.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역명을 몰라도 노선을 따라 훑어보며 원하는 역을 찾을 수 있다.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상단 호선 칩을 누르면 해당 구간으로 빠르게 이동한다.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630936"/>
            <a:ext cx="2753433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2_linemap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85800"/>
            <a:ext cx="2643706" cy="5669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400"/>
                </a:solidFill>
                <a:latin typeface="맑은 고딕"/>
              </a:rPr>
              <a:t>03  노선도 · 입력 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2A"/>
                </a:solidFill>
                <a:latin typeface="맑은 고딕"/>
              </a:rPr>
              <a:t>역을 탭하면 뜨는 선택 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377440" cy="457200"/>
          </a:xfrm>
          <a:prstGeom prst="round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역 선택 직후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3093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노선도에서 역 이름을 탭하면 하단에 출발역/도착역 지정 창이 바로 뜬다.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화면 전환 없이 그 자리에서 바로 경로 검색에 반영된다.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출발/도착을 고르는 즉시 첫 화면으로 자동 이동해 결과를 준비한다.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630936"/>
            <a:ext cx="2753433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3_linemap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85800"/>
            <a:ext cx="2643706" cy="5669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400"/>
                </a:solidFill>
                <a:latin typeface="맑은 고딕"/>
              </a:rPr>
              <a:t>04  경로 검색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2A"/>
                </a:solidFill>
                <a:latin typeface="맑은 고딕"/>
              </a:rPr>
              <a:t>서울역 → 강남, 지름길 안내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377440" cy="457200"/>
          </a:xfrm>
          <a:prstGeom prst="round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3093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소요시간, 환승 횟수, 구간별 노선 색상을 상단에 요약해서 보여준다.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역 진입부터 환승, 도착까지 각 단계를 걸음 단위로 안내한다.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구간마다 엘리베이터 위치 정보 유무까지 함께 표시해 교통약자 이동 계획에 도움을 준다.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630936"/>
            <a:ext cx="2753433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4_rout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85800"/>
            <a:ext cx="2643706" cy="5669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400"/>
                </a:solidFill>
                <a:latin typeface="맑은 고딕"/>
              </a:rPr>
              <a:t>05  편의시설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2A"/>
                </a:solidFill>
                <a:latin typeface="맑은 고딕"/>
              </a:rPr>
              <a:t>역명으로 편의시설 조회하기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377440" cy="457200"/>
          </a:xfrm>
          <a:prstGeom prst="roundRect">
            <a:avLst/>
          </a:prstGeom>
          <a:solidFill>
            <a:srgbClr val="B4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입력 화면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3093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역 이름만 입력하면 해당 역의 엘리베이터·에스컬레이터 위치를 조회할 수 있다.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엘리베이터 / 에스컬레이터 필터로 원하는 시설만 골라볼 수 있다.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공공데이터를 서버에서 미리 정리해두고 앱은 결과만 빠르게 받아온다.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630936"/>
            <a:ext cx="2753433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1_station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85800"/>
            <a:ext cx="2643706" cy="5669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400"/>
                </a:solidFill>
                <a:latin typeface="맑은 고딕"/>
              </a:rPr>
              <a:t>06  편의시설 현황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2A"/>
                </a:solidFill>
                <a:latin typeface="맑은 고딕"/>
              </a:rPr>
              <a:t>강남역 엘리베이터 위치 안내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377440" cy="457200"/>
          </a:xfrm>
          <a:prstGeom prst="round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실데이터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63093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출구 번호, 정원(하중), 인접 출구 방향까지 실제 데이터로 안내한다.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최근 서버 응답 속도를 크게 개선해 결과가 즉시 나타난다.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1B2A2A"/>
                </a:solidFill>
                <a:latin typeface="맑은 고딕"/>
              </a:rPr>
              <a:t>•  실시간 도착정보 등 추가 정보도 같은 화면에서 함께 제공할 예정이다.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630936"/>
            <a:ext cx="2753433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8_facility_after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85800"/>
            <a:ext cx="2643706" cy="5669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2A"/>
                </a:solidFill>
                <a:latin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dirty="0">
                <a:solidFill>
                  <a:srgbClr val="1B2A2A"/>
                </a:solidFill>
                <a:latin typeface="맑은 고딕"/>
              </a:rPr>
              <a:t>• 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실기기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(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갤럭시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)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에서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직접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검증한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화면으로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구성했다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800" b="0" dirty="0">
                <a:solidFill>
                  <a:srgbClr val="1B2A2A"/>
                </a:solidFill>
                <a:latin typeface="맑은 고딕"/>
              </a:rPr>
              <a:t>•  홈 →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노선도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→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경로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결과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→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편의시설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조회까지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핵심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사용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흐름을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담았다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800" b="0" dirty="0">
                <a:solidFill>
                  <a:srgbClr val="1B2A2A"/>
                </a:solidFill>
                <a:latin typeface="맑은 고딕"/>
              </a:rPr>
              <a:t>• 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화면을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확인하는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과정에서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실기기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전용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네트워크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문제를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발견해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즉시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수정했다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800" b="0" dirty="0">
                <a:solidFill>
                  <a:srgbClr val="1B2A2A"/>
                </a:solidFill>
                <a:latin typeface="맑은 고딕"/>
              </a:rPr>
              <a:t>• 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다음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단계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: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실시간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도착정보</a:t>
            </a:r>
            <a:r>
              <a:rPr sz="1800" b="0" dirty="0">
                <a:solidFill>
                  <a:srgbClr val="1B2A2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1B2A2A"/>
                </a:solidFill>
                <a:latin typeface="맑은 고딕"/>
              </a:rPr>
              <a:t>연동</a:t>
            </a:r>
            <a:r>
              <a:rPr lang="en-US" dirty="0">
                <a:solidFill>
                  <a:srgbClr val="1B2A2A"/>
                </a:solidFill>
                <a:latin typeface="맑은 고딕"/>
              </a:rPr>
              <a:t>.</a:t>
            </a:r>
            <a:endParaRPr sz="1800" b="0" dirty="0">
              <a:solidFill>
                <a:srgbClr val="1B2A2A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앱 화면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402</Words>
  <Application>Microsoft Office PowerPoint</Application>
  <PresentationFormat>와이드스크린</PresentationFormat>
  <Paragraphs>58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지은 김</cp:lastModifiedBy>
  <cp:revision>2</cp:revision>
  <dcterms:created xsi:type="dcterms:W3CDTF">2013-01-27T09:14:16Z</dcterms:created>
  <dcterms:modified xsi:type="dcterms:W3CDTF">2026-07-26T07:39:38Z</dcterms:modified>
  <cp:category/>
</cp:coreProperties>
</file>