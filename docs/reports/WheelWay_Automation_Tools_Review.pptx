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3657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자동화 툴(Dify · n8n · Make.com) 연계 타당성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E8"/>
                </a:solidFill>
                <a:latin typeface="맑은 고딕"/>
              </a:rPr>
              <a:t>WheelWay 접근성 길찾기 프로젝트 — 라우팅 엔진 성능 보강 논의 후속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맑은 고딕"/>
              </a:rPr>
              <a:t>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맑은 고딕"/>
              </a:rPr>
              <a:t>검토 배경 및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500" b="1">
                <a:solidFill>
                  <a:srgbClr val="1B2A4A"/>
                </a:solidFill>
                <a:latin typeface="맑은 고딕"/>
              </a:rPr>
              <a:t>선행 논의: 네트워크 데이터가 700개 이상 역으로 확장되면 현재 라우팅 엔진(Dijkstra 방식)의 성능 병목이 커짐</a:t>
            </a:r>
          </a:p>
          <a:p>
            <a:r>
              <a:rPr sz="1300">
                <a:solidFill>
                  <a:srgbClr val="555B66"/>
                </a:solidFill>
                <a:latin typeface="맑은 고딕"/>
              </a:rPr>
              <a:t>→ 병목 원인: ① 매 반복 큐 전체 정렬 ② 간선 전체 스캔(인접 리스트 미사용) ③ 경로 배열 통째 복사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ED"/>
                </a:solidFill>
                <a:latin typeface="맑은 고딕"/>
              </a:rPr>
              <a:t>이번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맑은 고딕"/>
              </a:rPr>
              <a:t>“디파이(Dify), n8n, Make.com 같은 자동화 툴과 연계하면 개발/구동이 더 빨라질까?”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맑은 고딕"/>
              </a:rPr>
              <a:t>→ 세 도구의 성격을 구분하고, 현재 병목(라우팅 엔진 계산 / 네트워크 데이터 확장)과 향후 운영 단계(데이터 갱신 · 알림 · AI 안내)로 나누어 적합성을 검토함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자동화 툴 연계 타당성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맑은 고딕"/>
              </a:rPr>
              <a:t>검토 대상 도구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6FED"/>
                </a:solidFill>
                <a:latin typeface="맑은 고딕"/>
              </a:rPr>
              <a:t>Dify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5486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맑은 고딕"/>
              </a:rPr>
              <a:t>LLM 앱 / 챗봇 / RAG 빌더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자연어 대화·문서질의 레이어 구축용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7830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6FED"/>
                </a:solidFill>
                <a:latin typeface="맑은 고딕"/>
              </a:rPr>
              <a:t>n8n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5152" y="2331720"/>
            <a:ext cx="5486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56032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맑은 고딕"/>
              </a:rPr>
              <a:t>오픈소스 워크플로 자동화 (iPaaS)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33756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API 연결 · ETL · 스케줄 잡 · 웹훅, 셀프호스팅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5544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830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6FED"/>
                </a:solidFill>
                <a:latin typeface="맑은 고딕"/>
              </a:rPr>
              <a:t>Make.com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21624" y="2331720"/>
            <a:ext cx="5486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256032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맑은 고딕"/>
              </a:rPr>
              <a:t>GUI 기반 iPaaS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33756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SaaS 연결 · 알림 자동화에 강함, 실행량 과금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5221F"/>
                </a:solidFill>
                <a:latin typeface="맑은 고딕"/>
              </a:rPr>
              <a:t>공통점: 세 도구 모두 “서비스를 연결하고 자동화”하는 도구이며, 앱 내부 알고리즘 계산을 대신하거나 가속하는 도구가 아님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자동화 툴 연계 타당성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맑은 고딕"/>
              </a:rPr>
              <a:t>영역별 적합성 판단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43200" cy="10332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2468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라우팅 엔진 계산</a:t>
            </a:r>
          </a:p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(경로탐색 알고리즘)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73352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부적합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35608"/>
            <a:ext cx="6126480" cy="1033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그래프 최소경로 계산 기능이 없음. 외부 API로 빼면 매 요청마다 왕복 지연 발생 → 오히려 느려짐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87752"/>
            <a:ext cx="2743200" cy="10332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2468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네트워크 데이터 확장</a:t>
            </a:r>
          </a:p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(역·연결 정규화)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843784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부적합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606040"/>
            <a:ext cx="6126480" cy="1033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일회성 스크립트 작업. Node 스크립트가 더 빠르고 디버깅도 쉬움 — 자동화 트리거의 장점이 살지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58184"/>
            <a:ext cx="2743200" cy="10332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2468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데이터 갱신 · 운영</a:t>
            </a:r>
          </a:p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(엘리베이터 상태, 알림)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014216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776472"/>
            <a:ext cx="6126480" cy="1033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주기적 공공 API 폴링 → 캐시 갱신, 고장 시 관리자 알림(카톡/슬랙/메일) 자동화에 강점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28616"/>
            <a:ext cx="2743200" cy="103327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2468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자연어 안내 챗봇</a:t>
            </a:r>
          </a:p>
          <a:p>
            <a:pPr algn="l"/>
            <a:r>
              <a:rPr sz="1300" b="1">
                <a:solidFill>
                  <a:srgbClr val="1B2A4A"/>
                </a:solidFill>
                <a:latin typeface="맑은 고딕"/>
              </a:rPr>
              <a:t>(향후 확장)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5184648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적합(향후)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946904"/>
            <a:ext cx="6126480" cy="1033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“휠체어로 강남→서울역 어떻게 가?” 같은 자연어 질의 응대 레이어로 Dify 활용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자동화 툴 연계 타당성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맑은 고딕"/>
              </a:rPr>
              <a:t>도구별 장단점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617720"/>
                <a:gridCol w="4617720"/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맑은 고딕"/>
                        </a:rPr>
                        <a:t>도구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맑은 고딕"/>
                        </a:rPr>
                        <a:t>단점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4A"/>
                          </a:solidFill>
                          <a:latin typeface="맑은 고딕"/>
                        </a:rPr>
                        <a:t>Dify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B66"/>
                          </a:solidFill>
                          <a:latin typeface="맑은 고딕"/>
                        </a:rPr>
                        <a:t>AI 챗봇 / 자연어 안내 레이어를 빠르게 구축 가능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B66"/>
                          </a:solidFill>
                          <a:latin typeface="맑은 고딕"/>
                        </a:rPr>
                        <a:t>라우팅·데이터 확장 병목과는 무관, 별도 인프라·운영비 필요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4A"/>
                          </a:solidFill>
                          <a:latin typeface="맑은 고딕"/>
                        </a:rPr>
                        <a:t>n8n</a:t>
                      </a:r>
                    </a:p>
                  </a:txBody>
                  <a:tcPr marL="137160" marR="1371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B66"/>
                          </a:solidFill>
                          <a:latin typeface="맑은 고딕"/>
                        </a:rPr>
                        <a:t>셀프호스팅 무료, 데이터 갱신 cron 파이프라인 구성 용이</a:t>
                      </a:r>
                    </a:p>
                  </a:txBody>
                  <a:tcPr marL="137160" marR="1371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B66"/>
                          </a:solidFill>
                          <a:latin typeface="맑은 고딕"/>
                        </a:rPr>
                        <a:t>서버 직접 운영 부담, 핵심 성능 병목 해결엔 기여 없음</a:t>
                      </a:r>
                    </a:p>
                  </a:txBody>
                  <a:tcPr marL="137160" marR="137160" anchor="ctr">
                    <a:solidFill>
                      <a:srgbClr val="F2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2A4A"/>
                          </a:solidFill>
                          <a:latin typeface="맑은 고딕"/>
                        </a:rPr>
                        <a:t>Make.com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B66"/>
                          </a:solidFill>
                          <a:latin typeface="맑은 고딕"/>
                        </a:rPr>
                        <a:t>GUI 기반으로 알림·SaaS 연동을 초고속으로 구성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555B66"/>
                          </a:solidFill>
                          <a:latin typeface="맑은 고딕"/>
                        </a:rPr>
                        <a:t>실행량 기준 과금, 벤더 종속, 워크플로 왕복 지연 존재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자동화 툴 연계 타당성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맑은 고딕"/>
              </a:rPr>
              <a:t>결론 및 추천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“개발 속도”를 위해 지금 끌어오는 것은 역효과 — 엔진 최적화 + 데이터 확장은 코드로 직접 처리</a:t>
            </a:r>
          </a:p>
          <a:p>
            <a:r>
              <a:rPr sz="1350">
                <a:solidFill>
                  <a:srgbClr val="C7D2E8"/>
                </a:solidFill>
                <a:latin typeface="맑은 고딕"/>
              </a:rPr>
              <a:t>자동화 툴은 “운영·부가기능 도구”로 이후 단계에서 검토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0779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맑은 고딕"/>
              </a:rPr>
              <a:t>라우팅 엔진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1012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인접 리스트 + 우선순위 큐 도입 (약 1~1.5h)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6791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맑은 고딕"/>
              </a:rPr>
              <a:t>수도권 네트워크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7024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역·연결 데이터 정규화 (2~5h, 범위에 따라 상이)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2803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맑은 고딕"/>
              </a:rPr>
              <a:t>운영 자동화 도입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3036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B66"/>
                </a:solidFill>
                <a:latin typeface="맑은 고딕"/>
              </a:rPr>
              <a:t>엘리베이터 실시간 상태 · 고장 알림에 n8n/Make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맑은 고딕"/>
              </a:rPr>
              <a:t>WheelWay · 자동화 툴 연계 타당성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